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Relationship Id="rId23" Type="http://schemas.openxmlformats.org/officeDocument/2006/relationships/slide" Target="slides/slide16.xml"/>
<Relationship Id="rId24" Type="http://schemas.openxmlformats.org/officeDocument/2006/relationships/slide" Target="slides/slide17.xml"/>
<Relationship Id="rId25" Type="http://schemas.openxmlformats.org/officeDocument/2006/relationships/slide" Target="slides/slide18.xml"/>
<Relationship Id="rId26" Type="http://schemas.openxmlformats.org/officeDocument/2006/relationships/slide" Target="slides/slide19.xml"/>
<Relationship Id="rId27" Type="http://schemas.openxmlformats.org/officeDocument/2006/relationships/slide" Target="slides/slide20.xml"/>
<Relationship Id="rId28" Type="http://schemas.openxmlformats.org/officeDocument/2006/relationships/slide" Target="slides/slide21.xml"/>
<Relationship Id="rId29" Type="http://schemas.openxmlformats.org/officeDocument/2006/relationships/slide" Target="slides/slide22.xml"/>
<Relationship Id="rId30" Type="http://schemas.openxmlformats.org/officeDocument/2006/relationships/slide" Target="slides/slide23.xml"/>
<Relationship Id="rId31" Type="http://schemas.openxmlformats.org/officeDocument/2006/relationships/slide" Target="slides/slide24.xml"/>
<Relationship Id="rId32" Type="http://schemas.openxmlformats.org/officeDocument/2006/relationships/slide" Target="slides/slide25.xml"/>
<Relationship Id="rId33" Type="http://schemas.openxmlformats.org/officeDocument/2006/relationships/slide" Target="slides/slide26.xml"/>
<Relationship Id="rId34" Type="http://schemas.openxmlformats.org/officeDocument/2006/relationships/slide" Target="slides/slide27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ff492b2b0dd40d0e1349c449a9529e4c0a688aa1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ac242e698cdaba6c17a6fc9648fc887a02d59f26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adf9d45486797be1633c5a5541993c1fdb2bf0af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cb408c753adae1c4ff70da0c43383f7316d5b1c5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8ab9dff5ae4b9a0503a8639334ee841f8acd065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1abe026dfcf6750fb5795d6d81cddaa1f5bd6ed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a2118baa3e215db002398089e4721cfd9ce59fed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2ddf2b4b04c99b934ab98bca7922b4715dc55155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ce01b84f4adff5f18347f225a259d3f28f381ef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278ae1efc99e7f1bc780b7bbb9bc407d7d90f2dd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f196d90272fca1aceaa7dd96b62ec523f14c14d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2bb681a940bd95f3cbb7e6fa86022a7ed4e33299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3d82256d6e0b93f3b2954027d2032c5adf008943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00a35288a3f048155038e6e6ea6822fbd33c9c6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9cbb24aa12c409743d1f9b9bb1e67b8bd77fbd0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a5e1e56caa9fcc0106f5d03c6eed63b29c438813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96df150d8cc76234e40584f23d7acf9c57bc9d8c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4ac5489694011f1ea68b2ddd88ffd82227c02e40.png"/>
</Relationships>

</file>

<file path=ppt/slides/_rels/slide1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0ebbf867146cbf2b155f011c77a6cbcd98cd6ee0.png"/>
</Relationships>

</file>

<file path=ppt/slides/_rels/slide2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6e0b4fb3c45863f6827f1455bad06e4f149948bc.png"/>
</Relationships>

</file>

<file path=ppt/slides/_rels/slide2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8c8e2151b10cc363c22fa79d63fc91915827bb9a.png"/>
</Relationships>

</file>

<file path=ppt/slides/_rels/slide2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00cc657e878bc8432af4435baf24c25294f57a0e.png"/>
</Relationships>

</file>

<file path=ppt/slides/_rels/slide2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2f51ec144d091505f840d31fb65bf04a95e11c7a.png"/>
</Relationships>

</file>

<file path=ppt/slides/_rels/slide2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2572419e04b7a4925dba627205eda8b742f57b72.png"/>
</Relationships>

</file>

<file path=ppt/slides/_rels/slide2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8232e7b2d8ff4dd2dd45245e00dc22113dde3b1d.png"/>
</Relationships>

</file>

<file path=ppt/slides/_rels/slide2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e04f12442e41ea593e452619abde0bc7a96e562.png"/>
</Relationships>

</file>

<file path=ppt/slides/_rels/slide2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7cf5adf6fc6eddcb2d224f507d6d2f7a254972e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2026-03-18T23:04:21Z</dcterms:modified>
  <cp:category/>
</cp:coreProperties>
</file>